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K_ROBOTWIN</a:t>
            </a:r>
          </a:p>
          <a:p>
            <a:r>
              <a:t>Tier: TIER_5_WORLD_NEURO_EMBODIED</a:t>
            </a:r>
          </a:p>
          <a:p>
            <a:r>
              <a:t>Identity: Upstream RoboTwin-Platform/RoboTwin @ ea8b21121ebb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Architecture, provenance, and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RoboTwin-Platform/RoboTwin |</a:t>
            </a:r>
          </a:p>
          <a:p>
            <a:r>
              <a:t>| Commit | ea8b21121ebb3cd201ff5b3fe361944ac94eda3f |</a:t>
            </a:r>
          </a:p>
          <a:p>
            <a:r>
              <a:t>| Upstream licence | MIT |</a:t>
            </a:r>
          </a:p>
          <a:p>
            <a:r>
              <a:t>| Licence class | permissive |</a:t>
            </a:r>
          </a:p>
          <a:p>
            <a:r>
              <a:t>| Clone size | 7.21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K_ROBOTWIN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